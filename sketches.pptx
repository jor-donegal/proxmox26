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BFC1-CD4C-A0FB-34AC-148AE1595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1D768-8216-2D75-3C7F-90A380E5E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893A0-FCEC-C5F4-E4B7-B9D3F2DB9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176CA-AD89-82FD-B8CE-A03D24BAF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1E76D-B829-B7A7-6A72-9FDBAEC87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0915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5B20-2446-56C4-61FE-2AB2DEADB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FA51-71EC-2BEF-62C3-207AFFA44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B515B-EE6D-9F67-DC7F-611F68AD7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B05BA-9CB5-BF05-41AF-A2A322CEE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AC522-B158-DC15-051F-907A84713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0523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9F7B7-F11A-F802-A17C-B1114407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B2CF4-6DE1-0CE4-6160-15820A451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328E2-70EA-2D9B-B7A4-0A142702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D98AC-3018-3876-0366-FC3545675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7A40E-8B59-C0AF-1F36-4A45C58E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96868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F5ACD-B39A-0D15-E230-F588917B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6794B-F040-BAA2-4676-A8C6CE111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43AE5A-5F7E-D546-269C-B20747BDF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E56B3-6B31-B51D-A733-93ADF5A6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0A3223-E6BE-167E-4C64-387C89AB5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B85B7-2D9A-0A52-F7F6-5B2A2D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41653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D5CE-199B-4CD4-68FD-D498A1564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1A5008-8307-0357-6CB6-14EFB3844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CE052-F98D-2DB0-C87F-554F6DD9C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D8782-9866-3558-AC4F-121CFA464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3FBAF-1FB0-D1D4-6198-E8D3C4801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DC32B9-89A4-DADE-E942-915762A29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76CD42-9E84-0508-2A2F-17FA7A82E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FE693A-7C57-6EE4-675D-95A7B906C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476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86DBD-3655-2DF6-9796-96C30FF4B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D2C4B-D1A6-9ACD-3EAD-D09D7B15A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EBDF69-CECE-05AF-6C51-37324B25D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07D622-9AA8-ECF7-23F3-4F2695C6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9085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5602FA-A718-F469-DC0F-DD761C32E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C7C4D-287B-EE9F-3D40-90FF67ECB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C46B5-8652-4C68-6EC9-8B478C64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22570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F5972-447E-14D3-2D41-75A7C8841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0BA9-F595-8F60-D9CA-21B0F1C7B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70F435-05D9-2449-5603-7A192487A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81341-824C-4240-51E3-DF8975C2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707F2-A802-33B6-6C00-EF6296478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3170C-E323-C70B-575C-A638ED14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154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AB5F-FA40-0116-5900-B0CFF0380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13A52F-8F95-E386-CE5A-3A1792894A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94428-2EEC-CFB6-7DAE-9EECC9EC2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842D7-E473-EF40-09BC-F0FEF1BE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ADA9D-9776-D872-848B-1B21D5AAF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0A7DFC-9B99-CF99-8D69-0239D57A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575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FB1B-BE14-4741-E0BB-348F77A64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41AA2-CEBB-3CE0-1387-817B8D15F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65A27-0EE3-4FC4-1076-D949B609C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36A37-594F-A7A5-4782-8EAFD05FA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773F1-7F0E-DCE5-D75B-91EC4C506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10037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5B997C-EC71-812E-A490-0D06F857D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9B774-7BB4-3C27-6046-4F8DE0872C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998537-74B4-69DD-FE5F-69DDF87F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CF69C-AF49-592C-6A70-B60C708F1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2DB0D-4800-172B-7CCE-C15D177A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00378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06F52-5D05-B300-3FF9-BF57DA73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7B3750-5F47-2834-8183-DF0ACAD10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D5F21B-E25B-29CA-4361-7CE7DF4E8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58C587-D0CF-4332-B18A-F9F72584CAB0}" type="datetimeFigureOut">
              <a:rPr lang="en-IE" smtClean="0"/>
              <a:t>28/05/2026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41DB1-41B8-DA24-0F2A-A37EAF726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7ECEB-8ABA-5459-9ADC-689F05B7B3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5A2A4-7FEF-4428-94C6-F4A5DE648BF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4351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77A7CD-3D35-D65F-293B-B4998E31A6D3}"/>
              </a:ext>
            </a:extLst>
          </p:cNvPr>
          <p:cNvSpPr/>
          <p:nvPr/>
        </p:nvSpPr>
        <p:spPr>
          <a:xfrm>
            <a:off x="615636" y="570368"/>
            <a:ext cx="3150606" cy="36598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IE" dirty="0">
                <a:solidFill>
                  <a:schemeClr val="tx1"/>
                </a:solidFill>
              </a:rPr>
              <a:t>Hyper-V Host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79CCDB97-04F6-BB08-7ECB-7756DACDD750}"/>
              </a:ext>
            </a:extLst>
          </p:cNvPr>
          <p:cNvSpPr/>
          <p:nvPr/>
        </p:nvSpPr>
        <p:spPr>
          <a:xfrm>
            <a:off x="1385454" y="1893181"/>
            <a:ext cx="1773381" cy="1563809"/>
          </a:xfrm>
          <a:prstGeom prst="clou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200" dirty="0"/>
              <a:t>Internal</a:t>
            </a:r>
            <a:r>
              <a:rPr lang="en-IE" dirty="0"/>
              <a:t> </a:t>
            </a:r>
            <a:r>
              <a:rPr lang="en-IE" sz="1200" dirty="0"/>
              <a:t>Switch</a:t>
            </a:r>
          </a:p>
          <a:p>
            <a:pPr algn="ctr"/>
            <a:r>
              <a:rPr lang="en-IE" sz="1200" dirty="0"/>
              <a:t>10.0.6.0/24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CDC272-DB35-5F0A-CE2E-58C406DD2CA9}"/>
              </a:ext>
            </a:extLst>
          </p:cNvPr>
          <p:cNvGrpSpPr/>
          <p:nvPr/>
        </p:nvGrpSpPr>
        <p:grpSpPr>
          <a:xfrm>
            <a:off x="1918466" y="1047047"/>
            <a:ext cx="544945" cy="341745"/>
            <a:chOff x="6474691" y="2179782"/>
            <a:chExt cx="544945" cy="34174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604526C-9823-86B2-E017-D03373CD998E}"/>
                </a:ext>
              </a:extLst>
            </p:cNvPr>
            <p:cNvSpPr/>
            <p:nvPr/>
          </p:nvSpPr>
          <p:spPr>
            <a:xfrm>
              <a:off x="6474691" y="2179782"/>
              <a:ext cx="544945" cy="24938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E" sz="1000" dirty="0"/>
                <a:t>V-NIC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5B45C23-014C-14EE-C9F2-F9E559A5581D}"/>
                </a:ext>
              </a:extLst>
            </p:cNvPr>
            <p:cNvSpPr/>
            <p:nvPr/>
          </p:nvSpPr>
          <p:spPr>
            <a:xfrm>
              <a:off x="6751782" y="2429164"/>
              <a:ext cx="267854" cy="9236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 sz="1000"/>
            </a:p>
          </p:txBody>
        </p:sp>
      </p:grp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2167E43-885E-8003-8097-E6B00EAA00CA}"/>
              </a:ext>
            </a:extLst>
          </p:cNvPr>
          <p:cNvCxnSpPr>
            <a:cxnSpLocks/>
            <a:stCxn id="4" idx="3"/>
            <a:endCxn id="6" idx="3"/>
          </p:cNvCxnSpPr>
          <p:nvPr/>
        </p:nvCxnSpPr>
        <p:spPr>
          <a:xfrm rot="5400000" flipH="1" flipV="1">
            <a:off x="1962351" y="1481533"/>
            <a:ext cx="810855" cy="191266"/>
          </a:xfrm>
          <a:prstGeom prst="bentConnector4">
            <a:avLst>
              <a:gd name="adj1" fmla="val 36798"/>
              <a:gd name="adj2" fmla="val 21951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0D41BBB-754F-A019-59B8-405102C1460D}"/>
              </a:ext>
            </a:extLst>
          </p:cNvPr>
          <p:cNvSpPr txBox="1"/>
          <p:nvPr/>
        </p:nvSpPr>
        <p:spPr>
          <a:xfrm>
            <a:off x="1798938" y="1616182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200" dirty="0"/>
              <a:t>.100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D84388-BC61-A1EE-11EF-43317939AF20}"/>
              </a:ext>
            </a:extLst>
          </p:cNvPr>
          <p:cNvSpPr/>
          <p:nvPr/>
        </p:nvSpPr>
        <p:spPr>
          <a:xfrm>
            <a:off x="1034465" y="3676077"/>
            <a:ext cx="637310" cy="334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dc1-ho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7DB68E5-C537-467D-45E4-1C7024DB953B}"/>
              </a:ext>
            </a:extLst>
          </p:cNvPr>
          <p:cNvSpPr/>
          <p:nvPr/>
        </p:nvSpPr>
        <p:spPr>
          <a:xfrm>
            <a:off x="2632363" y="3652676"/>
            <a:ext cx="637310" cy="33411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000" dirty="0"/>
              <a:t>dc2-ho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23B36D04-DD4D-4539-C733-34CB9AABA000}"/>
              </a:ext>
            </a:extLst>
          </p:cNvPr>
          <p:cNvCxnSpPr>
            <a:cxnSpLocks/>
            <a:stCxn id="15" idx="1"/>
            <a:endCxn id="4" idx="2"/>
          </p:cNvCxnSpPr>
          <p:nvPr/>
        </p:nvCxnSpPr>
        <p:spPr>
          <a:xfrm rot="10800000" flipH="1">
            <a:off x="1034465" y="2675087"/>
            <a:ext cx="356490" cy="1168047"/>
          </a:xfrm>
          <a:prstGeom prst="bentConnector3">
            <a:avLst>
              <a:gd name="adj1" fmla="val -6412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85351EC-052B-6839-6E12-A3B1FA583AB0}"/>
              </a:ext>
            </a:extLst>
          </p:cNvPr>
          <p:cNvCxnSpPr>
            <a:cxnSpLocks/>
            <a:stCxn id="16" idx="3"/>
            <a:endCxn id="4" idx="0"/>
          </p:cNvCxnSpPr>
          <p:nvPr/>
        </p:nvCxnSpPr>
        <p:spPr>
          <a:xfrm flipH="1" flipV="1">
            <a:off x="3157357" y="2675086"/>
            <a:ext cx="112316" cy="1144646"/>
          </a:xfrm>
          <a:prstGeom prst="bentConnector3">
            <a:avLst>
              <a:gd name="adj1" fmla="val -20353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D239BF6-1C1C-E000-1B01-41F621F35699}"/>
              </a:ext>
            </a:extLst>
          </p:cNvPr>
          <p:cNvSpPr txBox="1"/>
          <p:nvPr/>
        </p:nvSpPr>
        <p:spPr>
          <a:xfrm>
            <a:off x="769086" y="3431131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200" dirty="0"/>
              <a:t>.21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778643-E580-60E1-9EC5-EA61F908EBA3}"/>
              </a:ext>
            </a:extLst>
          </p:cNvPr>
          <p:cNvSpPr txBox="1"/>
          <p:nvPr/>
        </p:nvSpPr>
        <p:spPr>
          <a:xfrm>
            <a:off x="3073554" y="3408041"/>
            <a:ext cx="3914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1200" dirty="0"/>
              <a:t>.22</a:t>
            </a:r>
          </a:p>
        </p:txBody>
      </p:sp>
    </p:spTree>
    <p:extLst>
      <p:ext uri="{BB962C8B-B14F-4D97-AF65-F5344CB8AC3E}">
        <p14:creationId xmlns:p14="http://schemas.microsoft.com/office/powerpoint/2010/main" val="1684052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ORaw</dc:creator>
  <cp:lastModifiedBy>John ORaw</cp:lastModifiedBy>
  <cp:revision>1</cp:revision>
  <dcterms:created xsi:type="dcterms:W3CDTF">2026-05-28T10:28:56Z</dcterms:created>
  <dcterms:modified xsi:type="dcterms:W3CDTF">2026-05-28T10:39:58Z</dcterms:modified>
</cp:coreProperties>
</file>